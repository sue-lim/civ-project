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4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CEEF5-1326-E6DB-BEFA-FFF4874AC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372792-816A-600A-A76B-3263D6D94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4E1CA-233A-E4A3-2AC5-76029B9B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A01F9-8C35-EAFC-CB30-0B031141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E86F5-6FD3-B4EF-0CDD-9872A99C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6353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925F5-5801-B327-02F5-639E3602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A78D-F0EE-B0C9-FCE4-1E1149F1B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C8B76-BC77-A928-9F9D-B6900800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7E67B-CB95-4E38-BFAA-1CF608F7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58E85-E53B-E66D-C5B9-62FBBC70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1854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5876-6D70-6763-1B08-81FA1F92F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0292A-D8D4-41A0-87DC-31B2D1288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6024C-BDA2-5BE2-24D8-78D9DA5BA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AE10-A51D-1CA7-5E6F-AD58D5BE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16A3-17DA-FA3F-FDB8-9AF70CF3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1472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4704-4DCA-A319-979F-BA5E7C229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ECE2F-A9C4-3049-A302-6CF6E502F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AB65B-6E1F-4A75-E76B-ACDC43C26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9ABAF-E565-5D04-D1EB-D03C13E8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FE5F6-2256-3CB1-69F6-C37CF119E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19BC9-5DB8-25AA-754E-6B9740BD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4322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CF6A-57A4-239B-67DA-7C0BE6BF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00164-0AB1-17D0-B1C0-4BEDCB25C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B8B3A-267F-7558-F5F2-89C158875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60516-E6CF-AB45-B803-877C4B362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118E3-CDFB-F677-55A4-F9894549A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DC8BB8-C49F-EBE4-E92D-A6624D00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FDA1D9-224D-BA8B-A8AE-3AE231525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A20040-28CF-B50F-DE8E-4B5979B12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5000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1F243-D7F9-6786-BCB3-217286C0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649A4-0AF9-13B8-E54D-A43B3575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D8B054-FAD0-D445-0100-AA763FB49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2A47B-1508-8654-78FD-0E49876E2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117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75256-E68D-6114-88F7-203F4045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49635-1BC9-DD8C-DEDE-9B669FF74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8D873-22ED-983F-808B-3B537D8E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259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3B585-DD6D-158D-33F5-6F6DA619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8DD6C-56A1-4879-A73C-BF45DDF63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D155F-10B9-F4B4-7ADE-9B0E388A0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EB6ED-D736-C0BF-38CB-F1FFFEBE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A1705-EB8A-7B98-260E-B634AB635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D2F91-A8CA-A630-ABCC-C685CC226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5778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AC372-FE27-093E-9C0B-0746BC7A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22A3B6-7D56-7455-9DF7-1850A6F7D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3F6E9-C917-4C05-45F9-2EA0844A0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1E102-1653-A895-7267-90147C4B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2D80F-4172-3DB9-727F-AAF850AC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C691D-C722-FAC7-F6E9-0C1271CA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546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3A51-0581-85C2-261F-D0040C51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D29ED4-9055-FDE2-8BF2-06F828DEC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0F255-654B-2726-392D-0692AAB03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04FA3-97A6-54CE-EBCF-D2315B629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20AC9-E530-D0D2-D5A1-9C7D631F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34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CABBB4-64B9-1FC9-B145-B4901BD2F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135B03-04E6-AC62-7845-C43ACB7D6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B3176-AB0E-BAB1-9BA9-73EF8A40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DBB92-A56E-43B3-F622-3FE103736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AEAFD-024E-0B69-5C2B-033511BE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33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8ABBA-2F62-3DE3-203B-8CDE5CBB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8D31B-5B4D-6703-6F2A-22580787D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DC77-9631-4E1D-EC72-3915476F3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1F736-959A-4AF8-94B2-E6CFAAE1E231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BE779-11BC-8B52-4E02-71B63627D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91C94-89B9-75BD-E856-85366D63D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13087-A8B5-4C55-BE9C-B41EB71ED8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187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D56ADE-E63D-6FD5-7BB9-A23FA3FA3AD4}"/>
              </a:ext>
            </a:extLst>
          </p:cNvPr>
          <p:cNvSpPr txBox="1"/>
          <p:nvPr/>
        </p:nvSpPr>
        <p:spPr>
          <a:xfrm>
            <a:off x="552450" y="930473"/>
            <a:ext cx="188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Homepage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FCD8F-5ECC-2ADF-5910-0ACCD73B0AC5}"/>
              </a:ext>
            </a:extLst>
          </p:cNvPr>
          <p:cNvSpPr txBox="1"/>
          <p:nvPr/>
        </p:nvSpPr>
        <p:spPr>
          <a:xfrm>
            <a:off x="552450" y="259259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1"/>
                </a:solidFill>
              </a:rPr>
              <a:t>Validations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043183-16EE-B3B0-6606-7BB6E24B3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630327"/>
              </p:ext>
            </p:extLst>
          </p:nvPr>
        </p:nvGraphicFramePr>
        <p:xfrm>
          <a:off x="552450" y="1691216"/>
          <a:ext cx="812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740369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5731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F8451AA-FFC4-E74F-8262-FAE0AB7BF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22" y="1702741"/>
            <a:ext cx="5110073" cy="4896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FFBF80B-4FCE-C741-3BCE-6AE2A799C82D}"/>
              </a:ext>
            </a:extLst>
          </p:cNvPr>
          <p:cNvSpPr/>
          <p:nvPr/>
        </p:nvSpPr>
        <p:spPr>
          <a:xfrm>
            <a:off x="631622" y="4610852"/>
            <a:ext cx="3841507" cy="555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8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5479C-5172-9A86-DE48-0290E5738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23545-D3CC-A06F-421A-202688E3EE63}"/>
              </a:ext>
            </a:extLst>
          </p:cNvPr>
          <p:cNvSpPr txBox="1"/>
          <p:nvPr/>
        </p:nvSpPr>
        <p:spPr>
          <a:xfrm>
            <a:off x="552450" y="930473"/>
            <a:ext cx="188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Contact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AB8B0-6CF8-4AFE-BEF5-6CCAFA87176F}"/>
              </a:ext>
            </a:extLst>
          </p:cNvPr>
          <p:cNvSpPr txBox="1"/>
          <p:nvPr/>
        </p:nvSpPr>
        <p:spPr>
          <a:xfrm>
            <a:off x="552450" y="259259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1"/>
                </a:solidFill>
              </a:rPr>
              <a:t>Validations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91AA1B-34B7-3DD1-341C-D0A6A433067C}"/>
              </a:ext>
            </a:extLst>
          </p:cNvPr>
          <p:cNvGraphicFramePr>
            <a:graphicFrameLocks noGrp="1"/>
          </p:cNvGraphicFramePr>
          <p:nvPr/>
        </p:nvGraphicFramePr>
        <p:xfrm>
          <a:off x="552450" y="1691216"/>
          <a:ext cx="812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740369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5731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55976C2-6FC9-2B63-8E4B-57CB1F261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22" y="1702741"/>
            <a:ext cx="5110073" cy="489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71810E-42B5-3298-112B-FF27B402811F}"/>
              </a:ext>
            </a:extLst>
          </p:cNvPr>
          <p:cNvSpPr/>
          <p:nvPr/>
        </p:nvSpPr>
        <p:spPr>
          <a:xfrm>
            <a:off x="631622" y="4690323"/>
            <a:ext cx="3841507" cy="555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855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75FD8-3134-63F5-6099-FEE0FEC0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131A06-9212-14F7-BB4E-FFDD7D832530}"/>
              </a:ext>
            </a:extLst>
          </p:cNvPr>
          <p:cNvSpPr txBox="1"/>
          <p:nvPr/>
        </p:nvSpPr>
        <p:spPr>
          <a:xfrm>
            <a:off x="552450" y="930473"/>
            <a:ext cx="188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About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CE837-AF4E-0920-F591-59F05804CDEC}"/>
              </a:ext>
            </a:extLst>
          </p:cNvPr>
          <p:cNvSpPr txBox="1"/>
          <p:nvPr/>
        </p:nvSpPr>
        <p:spPr>
          <a:xfrm>
            <a:off x="552450" y="259259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1"/>
                </a:solidFill>
              </a:rPr>
              <a:t>Validations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2C3982-3980-EB44-F058-E2A18457C9CD}"/>
              </a:ext>
            </a:extLst>
          </p:cNvPr>
          <p:cNvGraphicFramePr>
            <a:graphicFrameLocks noGrp="1"/>
          </p:cNvGraphicFramePr>
          <p:nvPr/>
        </p:nvGraphicFramePr>
        <p:xfrm>
          <a:off x="552450" y="1691216"/>
          <a:ext cx="812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740369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5731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7AD758C-ECD3-20D2-D290-408A91AFE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95" y="1691216"/>
            <a:ext cx="5110073" cy="489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EE1946-67C7-5B43-B4F0-ECF897E78FF5}"/>
              </a:ext>
            </a:extLst>
          </p:cNvPr>
          <p:cNvSpPr/>
          <p:nvPr/>
        </p:nvSpPr>
        <p:spPr>
          <a:xfrm>
            <a:off x="650095" y="4610852"/>
            <a:ext cx="3841507" cy="555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5435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AA40-5B01-C0DA-FCE4-22D7D38B8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2EDCBD-978D-205A-9529-C6A8896A85A4}"/>
              </a:ext>
            </a:extLst>
          </p:cNvPr>
          <p:cNvSpPr txBox="1"/>
          <p:nvPr/>
        </p:nvSpPr>
        <p:spPr>
          <a:xfrm>
            <a:off x="552450" y="930473"/>
            <a:ext cx="188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Resume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8BDDF-92BD-AEE9-5EC5-BA1039283105}"/>
              </a:ext>
            </a:extLst>
          </p:cNvPr>
          <p:cNvSpPr txBox="1"/>
          <p:nvPr/>
        </p:nvSpPr>
        <p:spPr>
          <a:xfrm>
            <a:off x="552450" y="259259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1"/>
                </a:solidFill>
              </a:rPr>
              <a:t>Validations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15FE0E-4921-50FC-3183-B3F69E9FBD04}"/>
              </a:ext>
            </a:extLst>
          </p:cNvPr>
          <p:cNvGraphicFramePr>
            <a:graphicFrameLocks noGrp="1"/>
          </p:cNvGraphicFramePr>
          <p:nvPr/>
        </p:nvGraphicFramePr>
        <p:xfrm>
          <a:off x="552450" y="1691216"/>
          <a:ext cx="812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740369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5731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EA8CD4A-5276-7556-94F1-4F5DA01DF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13" y="1612861"/>
            <a:ext cx="5110073" cy="489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7D9F93-5B18-10B3-028B-D53E2B339012}"/>
              </a:ext>
            </a:extLst>
          </p:cNvPr>
          <p:cNvSpPr/>
          <p:nvPr/>
        </p:nvSpPr>
        <p:spPr>
          <a:xfrm>
            <a:off x="705513" y="4610852"/>
            <a:ext cx="3841507" cy="555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9848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F74A2-ACF7-9BB4-E79A-8EE49B98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DD7633-86DF-783E-A6EB-25557C0EDB7A}"/>
              </a:ext>
            </a:extLst>
          </p:cNvPr>
          <p:cNvSpPr txBox="1"/>
          <p:nvPr/>
        </p:nvSpPr>
        <p:spPr>
          <a:xfrm>
            <a:off x="552450" y="930473"/>
            <a:ext cx="3562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Tafe Projects Samples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62AFD-821A-9FA3-1C9C-F2C8E0D4D810}"/>
              </a:ext>
            </a:extLst>
          </p:cNvPr>
          <p:cNvSpPr txBox="1"/>
          <p:nvPr/>
        </p:nvSpPr>
        <p:spPr>
          <a:xfrm>
            <a:off x="552450" y="259259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1"/>
                </a:solidFill>
              </a:rPr>
              <a:t>Validations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84B168-D721-E327-B535-22FF7434BFA1}"/>
              </a:ext>
            </a:extLst>
          </p:cNvPr>
          <p:cNvGraphicFramePr>
            <a:graphicFrameLocks noGrp="1"/>
          </p:cNvGraphicFramePr>
          <p:nvPr/>
        </p:nvGraphicFramePr>
        <p:xfrm>
          <a:off x="552450" y="1691216"/>
          <a:ext cx="812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740369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5731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5DEBF53-B5F8-E309-BDEC-4C46A4582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69" y="1540132"/>
            <a:ext cx="5110073" cy="489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DDFB31-93C9-8D80-E725-5CD7E5CDEBF0}"/>
              </a:ext>
            </a:extLst>
          </p:cNvPr>
          <p:cNvSpPr/>
          <p:nvPr/>
        </p:nvSpPr>
        <p:spPr>
          <a:xfrm>
            <a:off x="668569" y="4517979"/>
            <a:ext cx="3841507" cy="555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91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6880-1230-43BE-120A-0848A1A0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678717-D1B9-A121-F43D-44ACFE44957A}"/>
              </a:ext>
            </a:extLst>
          </p:cNvPr>
          <p:cNvSpPr txBox="1"/>
          <p:nvPr/>
        </p:nvSpPr>
        <p:spPr>
          <a:xfrm>
            <a:off x="552450" y="930473"/>
            <a:ext cx="337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My Portfolio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D31E5-CB6E-8697-8A22-26F15A3F99CD}"/>
              </a:ext>
            </a:extLst>
          </p:cNvPr>
          <p:cNvSpPr txBox="1"/>
          <p:nvPr/>
        </p:nvSpPr>
        <p:spPr>
          <a:xfrm>
            <a:off x="552450" y="259259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1"/>
                </a:solidFill>
              </a:rPr>
              <a:t>Validations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E30AC6F-7E47-F400-9E0B-AEA56CD1E4C2}"/>
              </a:ext>
            </a:extLst>
          </p:cNvPr>
          <p:cNvGraphicFramePr>
            <a:graphicFrameLocks noGrp="1"/>
          </p:cNvGraphicFramePr>
          <p:nvPr/>
        </p:nvGraphicFramePr>
        <p:xfrm>
          <a:off x="552450" y="1691216"/>
          <a:ext cx="812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740369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5731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A766ED0-7B62-7CAE-3FB2-7B763E186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04" y="1691216"/>
            <a:ext cx="5110073" cy="489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1624CB-8850-97CA-EA34-0E79814808FD}"/>
              </a:ext>
            </a:extLst>
          </p:cNvPr>
          <p:cNvSpPr/>
          <p:nvPr/>
        </p:nvSpPr>
        <p:spPr>
          <a:xfrm>
            <a:off x="677804" y="4681086"/>
            <a:ext cx="3841507" cy="555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4023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C2C75-F821-3887-429F-C5A99F28F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D2E740-5A95-C83A-4C79-AEBF300E6B55}"/>
              </a:ext>
            </a:extLst>
          </p:cNvPr>
          <p:cNvSpPr txBox="1"/>
          <p:nvPr/>
        </p:nvSpPr>
        <p:spPr>
          <a:xfrm>
            <a:off x="552450" y="930473"/>
            <a:ext cx="188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Copyright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074FF-185B-4731-516C-562A141F5D01}"/>
              </a:ext>
            </a:extLst>
          </p:cNvPr>
          <p:cNvSpPr txBox="1"/>
          <p:nvPr/>
        </p:nvSpPr>
        <p:spPr>
          <a:xfrm>
            <a:off x="552450" y="259259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1"/>
                </a:solidFill>
              </a:rPr>
              <a:t>Validations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30966D-588A-7F2F-1DC1-95F867057FC4}"/>
              </a:ext>
            </a:extLst>
          </p:cNvPr>
          <p:cNvGraphicFramePr>
            <a:graphicFrameLocks noGrp="1"/>
          </p:cNvGraphicFramePr>
          <p:nvPr/>
        </p:nvGraphicFramePr>
        <p:xfrm>
          <a:off x="552450" y="1691216"/>
          <a:ext cx="812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740369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5731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FE0F535-014A-08CD-43F4-BAE5A65EE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23" y="1663652"/>
            <a:ext cx="5110072" cy="489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DB14570-1BEF-8F01-1529-6036F29A8420}"/>
              </a:ext>
            </a:extLst>
          </p:cNvPr>
          <p:cNvSpPr/>
          <p:nvPr/>
        </p:nvSpPr>
        <p:spPr>
          <a:xfrm>
            <a:off x="631623" y="4638416"/>
            <a:ext cx="3841507" cy="555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4602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717D1-B05C-DD11-4886-6F37D6CE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F7C294-459D-5707-4020-3982B75E52F4}"/>
              </a:ext>
            </a:extLst>
          </p:cNvPr>
          <p:cNvSpPr txBox="1"/>
          <p:nvPr/>
        </p:nvSpPr>
        <p:spPr>
          <a:xfrm>
            <a:off x="552450" y="930473"/>
            <a:ext cx="188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CSS &amp; JS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AB51E-6BF1-8690-9197-DC1B78F1D46C}"/>
              </a:ext>
            </a:extLst>
          </p:cNvPr>
          <p:cNvSpPr txBox="1"/>
          <p:nvPr/>
        </p:nvSpPr>
        <p:spPr>
          <a:xfrm>
            <a:off x="552450" y="259259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1"/>
                </a:solidFill>
              </a:rPr>
              <a:t>Validations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6787D3-6EB1-BA7C-5099-66DA5CF3FE1E}"/>
              </a:ext>
            </a:extLst>
          </p:cNvPr>
          <p:cNvGraphicFramePr>
            <a:graphicFrameLocks noGrp="1"/>
          </p:cNvGraphicFramePr>
          <p:nvPr/>
        </p:nvGraphicFramePr>
        <p:xfrm>
          <a:off x="552450" y="1691216"/>
          <a:ext cx="812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740369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5731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3135AA7-B86B-F80F-B51C-B691417E9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93" y="1580883"/>
            <a:ext cx="3841507" cy="4677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D4146B-B75F-96FB-4C67-4F389B0F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58" r="8409" b="43839"/>
          <a:stretch>
            <a:fillRect/>
          </a:stretch>
        </p:blipFill>
        <p:spPr>
          <a:xfrm>
            <a:off x="4648443" y="1587143"/>
            <a:ext cx="7386539" cy="323762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EF5563-AAAE-1458-85F4-7097C715A5DC}"/>
              </a:ext>
            </a:extLst>
          </p:cNvPr>
          <p:cNvSpPr/>
          <p:nvPr/>
        </p:nvSpPr>
        <p:spPr>
          <a:xfrm>
            <a:off x="4645892" y="4156364"/>
            <a:ext cx="6964218" cy="4618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C9D925-59ED-1E5E-1913-5A2246AD43E5}"/>
              </a:ext>
            </a:extLst>
          </p:cNvPr>
          <p:cNvSpPr/>
          <p:nvPr/>
        </p:nvSpPr>
        <p:spPr>
          <a:xfrm>
            <a:off x="552450" y="2981595"/>
            <a:ext cx="3841507" cy="555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666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Sue Lim</dc:creator>
  <cp:lastModifiedBy>Sue Lim</cp:lastModifiedBy>
  <cp:revision>1</cp:revision>
  <dcterms:created xsi:type="dcterms:W3CDTF">2025-12-01T15:50:32Z</dcterms:created>
  <dcterms:modified xsi:type="dcterms:W3CDTF">2025-12-01T15:50:32Z</dcterms:modified>
</cp:coreProperties>
</file>